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5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1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4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2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7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0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1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91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5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2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26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79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94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4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D68888-6CE1-47F8-8116-245C34F98C56}" type="datetimeFigureOut">
              <a:rPr lang="en-US" smtClean="0"/>
              <a:t>30/11/2025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F0AD28-5668-47A6-BF0F-E375FE14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4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apollo2506/eurosat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Land Type Classification Using Sentinel-2 Satellite Images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1752" y="4065935"/>
            <a:ext cx="3243960" cy="1388534"/>
          </a:xfrm>
        </p:spPr>
        <p:txBody>
          <a:bodyPr/>
          <a:lstStyle/>
          <a:p>
            <a:pPr algn="l"/>
            <a:r>
              <a:rPr lang="en-US" dirty="0" smtClean="0"/>
              <a:t>DEPI Round3</a:t>
            </a:r>
          </a:p>
          <a:p>
            <a:pPr algn="l"/>
            <a:r>
              <a:rPr lang="en-US" dirty="0" smtClean="0"/>
              <a:t>AI &amp; Data Analysis Project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9" y="4925756"/>
            <a:ext cx="2857500" cy="1600200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7837714" y="4319723"/>
            <a:ext cx="4145280" cy="24032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u="sng" dirty="0" smtClean="0"/>
              <a:t>Participants:</a:t>
            </a:r>
          </a:p>
          <a:p>
            <a:pPr marL="342900" indent="-342900" algn="l">
              <a:buFontTx/>
              <a:buChar char="-"/>
            </a:pPr>
            <a:r>
              <a:rPr lang="en-US" sz="1600" dirty="0" smtClean="0"/>
              <a:t>Mohamed Abdel Azim El </a:t>
            </a:r>
            <a:r>
              <a:rPr lang="en-US" sz="1600" dirty="0" err="1" smtClean="0"/>
              <a:t>Rakaybi</a:t>
            </a:r>
            <a:endParaRPr lang="en-US" sz="1600" dirty="0" smtClean="0"/>
          </a:p>
          <a:p>
            <a:pPr marL="342900" indent="-342900" algn="l">
              <a:buFontTx/>
              <a:buChar char="-"/>
            </a:pPr>
            <a:r>
              <a:rPr lang="en-US" sz="1600" dirty="0" smtClean="0"/>
              <a:t>Ahmed </a:t>
            </a:r>
            <a:r>
              <a:rPr lang="en-US" sz="1600" dirty="0" err="1" smtClean="0"/>
              <a:t>Yehya</a:t>
            </a:r>
            <a:endParaRPr lang="en-US" sz="1600" dirty="0" smtClean="0"/>
          </a:p>
          <a:p>
            <a:pPr marL="342900" indent="-342900" algn="l">
              <a:buFontTx/>
              <a:buChar char="-"/>
            </a:pPr>
            <a:r>
              <a:rPr lang="en-US" sz="1600" dirty="0" smtClean="0"/>
              <a:t>Ahmed Mohamed </a:t>
            </a:r>
            <a:r>
              <a:rPr lang="en-US" sz="1600" dirty="0" err="1" smtClean="0"/>
              <a:t>Ghallab</a:t>
            </a:r>
            <a:endParaRPr lang="en-US" sz="1600" dirty="0" smtClean="0"/>
          </a:p>
          <a:p>
            <a:pPr marL="342900" indent="-342900" algn="l">
              <a:buFontTx/>
              <a:buChar char="-"/>
            </a:pPr>
            <a:r>
              <a:rPr lang="en-US" sz="1600" dirty="0" smtClean="0"/>
              <a:t>Salma </a:t>
            </a:r>
            <a:r>
              <a:rPr lang="en-US" sz="1600" dirty="0" err="1" smtClean="0"/>
              <a:t>Naser</a:t>
            </a:r>
            <a:endParaRPr lang="en-US" sz="1600" dirty="0" smtClean="0"/>
          </a:p>
          <a:p>
            <a:pPr marL="342900" indent="-342900" algn="l">
              <a:buFontTx/>
              <a:buChar char="-"/>
            </a:pPr>
            <a:r>
              <a:rPr lang="en-US" sz="1600" dirty="0" err="1" smtClean="0"/>
              <a:t>Aya</a:t>
            </a:r>
            <a:r>
              <a:rPr lang="en-US" sz="1600" dirty="0" smtClean="0"/>
              <a:t> Mohamed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6411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842" y="687977"/>
            <a:ext cx="10018713" cy="112340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037807"/>
            <a:ext cx="10018713" cy="411044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Sentinel-2 provides free multispectral images that are ideal for land use classification. The objective of this project is to develop a DNN model that accurately classifies land types, aiding in various applications such as urban planning, environmental monitoring, and resource management</a:t>
            </a:r>
            <a:r>
              <a:rPr lang="en-US" dirty="0" smtClean="0"/>
              <a:t>.</a:t>
            </a:r>
          </a:p>
          <a:p>
            <a:r>
              <a:rPr lang="en-US" dirty="0"/>
              <a:t>This project focuses on classifying different land types—such as agricultural areas, forests, urban regions, water bodies, and roads—using the </a:t>
            </a:r>
            <a:r>
              <a:rPr lang="en-US" b="1" dirty="0" err="1"/>
              <a:t>EuroSAT</a:t>
            </a:r>
            <a:r>
              <a:rPr lang="en-US" b="1" dirty="0"/>
              <a:t> dataset</a:t>
            </a:r>
            <a:r>
              <a:rPr lang="en-US" dirty="0"/>
              <a:t>, which consists of Sentinel-2 satellite imagery. </a:t>
            </a:r>
            <a:endParaRPr lang="en-US" dirty="0" smtClean="0"/>
          </a:p>
          <a:p>
            <a:r>
              <a:rPr lang="en-US" dirty="0" smtClean="0"/>
              <a:t>This Project analyzed the dataset to know its structure and features, then developed ML models ascending from </a:t>
            </a:r>
            <a:r>
              <a:rPr lang="en-US" dirty="0" err="1" smtClean="0"/>
              <a:t>kmeans</a:t>
            </a:r>
            <a:r>
              <a:rPr lang="en-US" dirty="0" smtClean="0"/>
              <a:t> clustering to Random forest classification to </a:t>
            </a:r>
            <a:r>
              <a:rPr lang="en-US" dirty="0" err="1" smtClean="0"/>
              <a:t>XGBoosting</a:t>
            </a:r>
            <a:r>
              <a:rPr lang="en-US" dirty="0" smtClean="0"/>
              <a:t>  to CNN ML models.</a:t>
            </a:r>
          </a:p>
          <a:p>
            <a:r>
              <a:rPr lang="en-US" dirty="0" smtClean="0"/>
              <a:t>Used total mean sampling and random pixel sampling</a:t>
            </a:r>
          </a:p>
        </p:txBody>
      </p:sp>
    </p:spTree>
    <p:extLst>
      <p:ext uri="{BB962C8B-B14F-4D97-AF65-F5344CB8AC3E}">
        <p14:creationId xmlns:p14="http://schemas.microsoft.com/office/powerpoint/2010/main" val="96772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386" y="145869"/>
            <a:ext cx="4663940" cy="54210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EDA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0368" y="976560"/>
            <a:ext cx="3540535" cy="833847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Used </a:t>
            </a:r>
            <a:r>
              <a:rPr lang="en-US" dirty="0" err="1" smtClean="0"/>
              <a:t>rasterio</a:t>
            </a:r>
            <a:r>
              <a:rPr lang="en-US" dirty="0" smtClean="0"/>
              <a:t> to read dataset Tiff files.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84571" y="1290068"/>
            <a:ext cx="4807132" cy="497139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5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Dataset Overview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Source: </a:t>
            </a:r>
            <a:r>
              <a:rPr lang="en-US" sz="1200" b="1" u="sng" dirty="0" err="1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EuroSAT</a:t>
            </a:r>
            <a:r>
              <a:rPr lang="en-US" sz="1200" b="1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 Dataset (</a:t>
            </a:r>
            <a:r>
              <a:rPr lang="en-US" sz="1200" b="1" u="sng" dirty="0" err="1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Kaggle</a:t>
            </a:r>
            <a:r>
              <a:rPr lang="en-US" sz="1200" b="1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)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Origin: Sentinel-2 imagery captured by ESA.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Image Format: RGB (JPEG) and optionally 13-band TIFF.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Resolution: 10–60 m (resampled to 64×64 pixels).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Classes (10): 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Annual Crop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Forest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Herbaceous Vegetation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Highway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Industrial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Pasture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Permanent Crop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Residential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River</a:t>
            </a:r>
            <a:endParaRPr lang="en-US" sz="11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Sea/Lake</a:t>
            </a:r>
            <a:endParaRPr lang="en-US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51" y="1942010"/>
            <a:ext cx="5635929" cy="525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2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6" y="487680"/>
            <a:ext cx="113728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4" y="2300860"/>
            <a:ext cx="3662363" cy="35481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763" y="2300860"/>
            <a:ext cx="3508853" cy="36631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83" y="2294464"/>
            <a:ext cx="3502113" cy="3669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87337" y="931817"/>
            <a:ext cx="603081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Visualize sample image with different bands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8162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833437"/>
            <a:ext cx="106013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2" y="1541417"/>
            <a:ext cx="12045468" cy="3821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4982" y="513806"/>
            <a:ext cx="834856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Spectral Indices (NDVI, NDBI, NDWI) — Vegetation, Urban, Water</a:t>
            </a:r>
          </a:p>
          <a:p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04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7" y="3805631"/>
            <a:ext cx="4998721" cy="27762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03" y="625155"/>
            <a:ext cx="4006793" cy="29891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571" y="820961"/>
            <a:ext cx="6109313" cy="53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6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617" y="3253370"/>
            <a:ext cx="4678694" cy="3405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344138"/>
            <a:ext cx="6270171" cy="3308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82005"/>
            <a:ext cx="6270171" cy="29261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21017" y="1767586"/>
            <a:ext cx="3521798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Arial Black" panose="020B0A04020102020204" pitchFamily="34" charset="0"/>
              </a:rPr>
              <a:t>Feature Importance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39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563" y="433252"/>
            <a:ext cx="6431780" cy="542109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Simple ML Models Classification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27909" y="1393371"/>
            <a:ext cx="9818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Used Mean value for each band to represent each band from 1 to 13 and added NDVI, NDBI and NDWI</a:t>
            </a:r>
          </a:p>
          <a:p>
            <a:r>
              <a:rPr lang="en-US" dirty="0" smtClean="0"/>
              <a:t>Used to supervised modeling types (RF classification modelling and </a:t>
            </a:r>
            <a:r>
              <a:rPr lang="en-US" dirty="0" err="1" smtClean="0"/>
              <a:t>XGBboosting</a:t>
            </a:r>
            <a:r>
              <a:rPr lang="en-US" dirty="0" smtClean="0"/>
              <a:t> modelling)</a:t>
            </a:r>
          </a:p>
          <a:p>
            <a:r>
              <a:rPr lang="en-US" dirty="0" smtClean="0"/>
              <a:t>Tried to use Pixel sampling but took long time and generated big models were hard </a:t>
            </a:r>
            <a:r>
              <a:rPr lang="en-US" smtClean="0"/>
              <a:t>to upload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21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635</TotalTime>
  <Words>292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Corbel</vt:lpstr>
      <vt:lpstr>Symbol</vt:lpstr>
      <vt:lpstr>Times New Roman</vt:lpstr>
      <vt:lpstr>Parallax</vt:lpstr>
      <vt:lpstr>Land Type Classification Using Sentinel-2 Satellite Images </vt:lpstr>
      <vt:lpstr>Introduction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ML Models Classification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 Type Classification Using Sentinel-2 Satellite Images </dc:title>
  <dc:creator>Microsoft account</dc:creator>
  <cp:lastModifiedBy>Microsoft account</cp:lastModifiedBy>
  <cp:revision>16</cp:revision>
  <dcterms:created xsi:type="dcterms:W3CDTF">2025-11-24T14:43:38Z</dcterms:created>
  <dcterms:modified xsi:type="dcterms:W3CDTF">2025-11-30T14:31:04Z</dcterms:modified>
</cp:coreProperties>
</file>